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3A5F"/>
                </a:solidFill>
                <a:latin typeface="Microsoft YaHei"/>
              </a:defRPr>
            </a:pPr>
            <a:r>
              <a:t>2027秋 英国商业分析硕士：选校与申请规划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帝国理工 × UCL × 华威 × 爱丁堡｜从认知到行动的完整作战图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什么是商业分析硕士？——用数据驱动商业决策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商业分析（Business Analytics）：融合统计学、计算机科学与商科知识，将数据转化为商业洞察与决策的交叉学科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核心课程模块：数据库与SQL、Python/R编程、数据挖掘、数据可视化、优化与决策模型、机器学习基础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与数据科学硕士的区别：BA更强调『商业问题→数据分析→决策落地』，DS更侧重算法与模型本身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与纯商科硕士的区别：BA对量化与编程有硬性门槛，课程以技术+商业双主线展开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英国BA硕士特色：一年制授课型、学制紧凑、性价比高，普遍设置行业/咨询实践项目（如帝国理工夏季Capstone）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毕业去向：哪些行业在抢商业分析人才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典型岗位：商业分析师、数据分析师、咨询顾问、金融科技分析师、数据产品经理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覆盖行业：互联网、金融、零售、咨询、供应链、医疗健康、能源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雇主画像：四大咨询（Accenture、EY、KPMG等）、投行与金融科技、科技大厂——华威往届雇主名单印证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帝国理工官方数据：2024届毕业生95%在毕业后6个月内就业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核心启示：雇主看重『能落地』的分析能力，实习与项目经历是简历和文书中的关键证据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英国BA项目格局：声誉与排名的坐标系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QS Business Masters Rankings（商业分析方向）2025英国入围：伦敦商学院全球第5、帝国理工第8、华威第17、曼大第20、爱丁堡第25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帝国理工官方口径：QS 2026商业分析硕士全球第8、欧洲第4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华威官方口径：QS 2026商业分析硕士全英第3、全球第13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爱丁堡官方口径：QS 2026商业分析硕士全球第26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启示：排名是坐标系而非结论，需叠加课程、就业报告与行业关系综合判断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项目类型与选校关键变量（含PSW重大更新）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独立BA项目 vs 数据科学/管理类项目：独立BA聚焦商业应用，DS偏技术；部分管理项目仅有BA选修方向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关键选校变量：地理位置（伦敦vs非伦敦）、实习与行业资源、校友网络、就业报告、学费与奖学金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伦敦：实习与networking密度高（UCL在Canary Wharf金融区、IC在South Kensington）；非伦敦：成本更低、校园体验更完整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PSW重大更新：英国毕业生签证（Graduate Route）自2027年1月1日起，非博士毕业生停留期由2年缩短至18个月（博士仍3年）——2027秋入学学生毕业时适用新政，留英求职时间线须重新压缩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政策依据：英国政府《Immigration Rules Statement of Changes HC 1333》（2025年10月14日发布）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Imperial：MSc Business Analytics &amp; AI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项目：MSc Business Analytics &amp; AI（原MSc Business Analytics，2026入学起更名并强化AI方向）｜帝国理工商学院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时长：12个月（可选16个月延长实习路径，需另缴学费）；地点：伦敦South Kensington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学费：2026年入学国际生£47,000（官方已公布）；2027年学费未公布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课程：数据库与SQL（PostgreSQL/Spark）、Python与R编程、机器学习、深度学习与生成式AI、优化与决策模型、统计与计量；10门选修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实践：夏季Analytics in Business Capstone——咨询项目或实习二选一；另有7-9月在线预修课程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Imperial：申请要求与时间窗口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学历：一等或2:1荣誉学位，专业须为量化方向（计算机、工程、数学、统计、物理、定量经济学）；需提交『量化经历陈述』（列出最多5门最高量化课程）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语言：雅思7.0（单项不低于6.5）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GMAT/GRE：非强制；官方明确量化背景不足者『强烈建议』提供，建议达到90分位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流程与费用：申请费£125；短名单后在线视频面试；录取押金£6,500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时间：2026入学为分轮制（第1轮2025年9月28日截止，共4轮）并结合滚动审理；2027入学轮次与日期未公布，以官网为准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UCL：MSc Business Analytics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项目：MSc Business Analytics｜UCL管理学院（UCL School of Management）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地点与时长：Canary Wharf金融区（One Canada Square）授课，12个月全日制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学费：2026年9月入学国际生£46,700（官方已公布）；2027年未公布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课程：6门核心课（统计基础、编程与商业分析、预测分析、市场分析等）+2门选修+第三学期咨询项目/论文（12,000字报告+15分钟展示）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特色：Python为核心工具，机器学习与AI在商业场景的应用，与金融区企业合作紧密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UCL：申请要求与风险提示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学历：2:1荣誉学位或同等学历，专业不限但需较强量化分析能力（商科、工程、计算机、经济、心理等均被考虑）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语言：UCL『Level 2』——雅思7.0（单项不低于6.5）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GMAT/GRE：不强制，不作硬性要求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时间：2026入学申请2025年10月20日开放、2026年6月26日截止（需签证者）；2027周期未公布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竞争风险：申请量大、门槛高；个人陈述须清晰回答Why BA &amp; Why UCL，并说明背景如何匹配课程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Warwick：MSc Business Analytics &amp; AI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项目：MSc Business Analytics &amp; AI（2026入学起由原MSc Business Analytics升级更名）｜华威商学院WBS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时长：1年全日制；地点：华威校区（Coventry，距伦敦约1.5小时火车）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学费：2026年国际生£38,150（官网已公布）；2027年未公布；申请费£75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课程：描述性/预测性/规范性分析全覆盖；Tableau可视化、机器学习、统计、优化；可选考ACAP认证（INFORMS/The OR Society）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四大专业方向：预测与规范性分析、人工智能、管理分析（供应链/金融）、营销分析与技术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Warwick：申请要求与资源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学历：2:1以上，接受广泛专业（经济、商科、工程、心理、地理、社会学、政治），须证明强数理/IT/统计能力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语言：Band B——雅思7.0，其中两单项6.0/6.5、其余7.0及以上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GMAT/GRE：官方不要求；量化背景偏弱者可主动提供以加分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流程：申请费£75；录取后4周内缴£2,500押金；滚动审理、先到先得（2026入学统一截止8月2日）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资源：WBS CareersPlus专属职业团队；奖学金池£150万+（学费减免10%-50%）；往届雇主含Accenture、EY、KPMG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Edinburgh：MSc Business Analytics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项目：MSc Business Analytics｜爱丁堡大学商学院（University of Edinburgh Business School）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时长：1年全日制；地点：苏格兰首府爱丁堡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学费：2026年入学国际生£34,800（官方已公布）；2027年未公布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课程特色：运筹学、统计学、数据分析与机器学习的融合，强调『数据+技术+商业领导力』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排名：QS 2026商业分析硕士全球第26；QS 2026欧洲大学排名第6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Edinburgh：申请要求与录取机制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学历：UK一等或2:1，专业须为管理科学、运筹学、统计、计量经济、数学、物理、计算机、工程等含显著量化成分的学科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中国申请者：均分85%以上，且本科院校须在爱大『Priority List of Chinese universities』的Band A名单内——重要硬门槛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语言：雅思7.0（单项不低于6.0）——四校中单项要求最宽松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GMAT/GRE：不强制，高分可增强竞争力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录取机制：分轮录取（2026/27共5轮：第1轮2025年10月15日截止、第5轮2026年6月10日截止）；建议尽早递交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选校第一步：评估自己的『硬基线』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量化三件套：微积分、线性代数、概率统计——四校共同关注的核心课程成绩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GPA对照：爱丁堡明确要求中国申请者85%+（Band A名单院校）；IC/UCL/Warwick要求2:1等同学历（对应中国学历的具体要求以各校国际学历对照表为准）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语言基线：雅思7.0是四校共同总分门槛；单项要求不同——IC/UCL 6.5、爱大6.0、华威Band 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编程能力：SQL/R/Python至少精通一门；IC申请明确将编程经验列为加分项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自评工具：用四校『量化经历陈述/数理要求』逐项打勾，识别短板并制定补强计划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选校第二步：职业目标 × 项目气质匹配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金融/咨询数据分析 → Imperial（行业实践强、Capstone咨询项目）或 UCL（金融区+咨询论文项目）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AI/大数据技术方向 → UCL（机器学习/人工智能应用）或 Warwick（AI专业方向、深度学习与生成式AI）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供应链/运筹/决策科学 → Warwick（管理分析方向、优化建模）或 Edinburgh（运筹学传统强）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统计分析/计量研究 → Edinburgh（统计与计量基础扎实、课程偏学术严谨）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行动建议：先写一段『5年职业叙事』，再反推哪个项目的课程与雇主网络最能支撑它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选校第三步：分层策略与成本测算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分层策略：冲刺（Dream）约2所、主攻（Fit）2-3所、保底（Safety）约2所，总计6-8所；保底校录取概率须&gt;80%且『自己愿意去』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成本测算：学费（2026年国际生口径）+生活费——伦敦（IC/UCL）显著高于华威与爱丁堡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奖学金：IC最高£20,000（前两轮申请优先）、WBS奖学金池£150万+（学费10%-50%）、Chevening等政府奖学金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决策提醒：冲刺校不超过3所；保底校宁可多申，不可形同虚设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准备重点①：学术硬实力，把量化地基打牢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核心课程成绩：微积分、线性代数、概率统计目标85+/90+，用成绩单证明量化能力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编程补强：Python（pandas/numpy/scikit-learn）第一优先级，SQL其次，R可选——四校课程都会用到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选课策略：仍有修课机会者优先选机器学习、运筹学、计量经济学、数据库等课程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量化经历陈述（IC专属）：提前整理5门最高量化课程的清单与内容概要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华威口径：官方要求『强数理、IT与统计能力』，本科成绩单与课程描述是核心证据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准备重点②：标准化考试——语言与GMAT/GRE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雅思：7.0是四校共同总分线；单项要求——IC/UCL 6.5、爱大6.0、华威Band B（两单项6.0/6.5+其余7.0）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时间建议：申请季前（2026年秋）拿到达标成绩，为条件offer与签证留缓冲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GMAT/GRE：IC非强制但量化背景弱时官方『强烈建议』（90分位）；UCL/Warwick/Edinburgh不要求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决策原则：语言优先于G类；GPA与量化课程强，G类可不考或晚考；GMAT 650+普遍被视为有竞争力（非官方门槛）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提醒：TOEFL部分院校已启用2026年1月21日后的新版评分（如IC总分5.0、爱大总分5.0），报名前确认各校接受版本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准备重点③：软性背景——用项目证明『能落地』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量化实习：数据分析/商业分析/市场分析岗至少1段，优先级最高的软性经历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科研与课程项目：体现『数据清洗→建模→可视化→商业建议』完整流程的项目最有说服力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数据竞赛：Kaggle、华为杯、数学建模等，既是简历亮点也是文书素材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行业认知：积累目标行业（金融/咨询/零售）案例，文书与面试都需要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关键原则：经历不在多，而在于能讲出『问题-方法-结果-商业影响』的完整故事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准备重点④：文书与推荐信——讲好申请叙事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CV：一页为限，量化技能与商业成果前置，用数字量化成就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个人陈述：三层叙事——Why BA → Why This Programme → Why You；引用具体课程与项目名称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IC文书：三道essay题（职业规划350词、Why Imperial 500词、价值观事例500词）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UCL文书：重点写清背景如何匹配课程要求、毕业目标如何被项目支持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推荐信：2封，首选熟悉你数学/编程表现的学术推荐人；IC要求学术或『学术+职业』组合，且不接受个人邮箱（Gmail等）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时间线·阶段一&amp;二：认知、语言与标准化考试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阶段一（2025.3-2025.8，理想节奏；若2026年年中启动则压缩合并）：确定冲刺/主攻/保底清单，考出语言目标分，启动第一段量化实习或科研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阶段二（2025.9-2026.4）：GMAT/GRE备考与首考；补齐Python/SQL；整理量化课程清单与项目作品集；初步构思文书大纲与职业叙事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里程碑：语言达标、G类有可用成绩、简历初版完成后再进入申请季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提醒：2027入学各校开放与截止日期尚未公布，本时间线以2026周期已公布节奏为参考；越早启动越从容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时间线·阶段三&amp;四：材料准备与第一轮递交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阶段三（2026.5-2026.8）：准备成绩单/在读证明；联系2位推荐人并提前发出请求；打磨CV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阶段四（2026.9-2026.12）：完成PS/essay初稿并多轮修改；递交第一轮申请（参考2026周期：IC第1轮9月底截止、UCL 10月中旬开放、爱大第1轮10月中旬截止）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奖学金窗口：IC奖学金在第1、2轮递交者中优先评选——早递交即早锁定机会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策略提示：第一轮递交竞争相对小、决策快，是性价比最高的申请窗口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时间线·阶段五&amp;六：等待结果与行前准备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阶段五（2027.1-2027.4）：跟进申请状态；面试模拟与准备；陆续收到offer并横向比较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阶段六（2027.4-2027.8）：确认offer并缴纳押金（IC押金£6,500）；申请宿舍；准备资金证明与CAS；递交学生签证（关注UKVI审理时长）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决策工具：拿到多个offer后，用『课程匹配度+就业数据+总成本』三表比较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政策提醒：2027年1月起毕业生签证缩至18个月（非博士），留英求职与回国求职须并行规划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风险与应对①：信息与竞争风险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信息变更风险：2027年学费、要求、截止日期均未公布——所有数字以官网最新为准，建议每月复查一次各校页面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项目更名风险：IC与Warwick的BA项目2026年起已更名/升级为『BA &amp; AI』，2027年课程结构可能继续调整，以官方programme页为准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竞争加剧：BA申请量持续走高；GPA与G类成绩是硬通货，提前递交是现实策略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保底失衡：保底校录取概率须&gt;80%，且『保底校必须是自己愿意去的』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语言未达标预案：提前锁定考位避免裸考；未达标可考虑pre-sessional语言班（如爱大提供）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风险与应对②：执行与资金风险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推荐人拖延/失联：提前2-3个月沟通并定期提醒，准备备选推荐人；IC明确不接受个人邮箱（Gmail/Hotmail等）推荐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文书同质化：避免模板化陈述，用具体课程、项目经历与职业目标建立独特性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资金证明：按『学费+生活费』提前准备存款，关注UKVI资金证明要求变化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签证节奏：2027届毕业时毕业生签证仅18个月，求职窗口变短——实习与求职要更早启动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心态管理：申请是马拉松，早规划+持续复盘+保留Plan 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总结：四校一句话记忆点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四校记忆点：Imperial=行业实践+AI最强、学费最高（2026年£47,000）；UCL=金融区+咨询项目、竞争最激烈；Warwick=BA&amp;AI四大方向、供应链/运筹/营销全覆盖、奖学金池大；Edinburgh=运筹统计传统、有中国院校Band A门槛、成本最低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选校公式：职业目标 × 量化背景 × 成本预算 × 地理偏好 = 最优解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共同门槛：雅思7.0、2:1学历、量化基础——先把这三样做到位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Microsoft YaHei"/>
              </a:defRPr>
            </a:pPr>
            <a:r>
              <a:t>行动清单：现在就可以做的事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本月：建立四校官网收藏夹与信息追踪表（学费/截止/要求三列），每周更新一次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未来3个月：锁定雅思考试日期并报名；梳理量化课程清单与作品集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未来6个月：完成第一段量化实习或数据竞赛；做出GMAT/GRE决策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申请季前12个月：完成CV与文书初稿，力争第一轮递交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最后提醒：所有信息以官方发布为准（2027年数据未公布时，不用往年数字猜测），保持耐心与积极心态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