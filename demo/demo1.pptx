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3A5F"/>
                </a:solidFill>
                <a:latin typeface="Microsoft YaHei"/>
              </a:defRPr>
            </a:pPr>
            <a:r>
              <a:t>2027 Fall 英国商业分析硕士选校与申请规划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66666"/>
                </a:solidFill>
                <a:latin typeface="Microsoft YaHei"/>
              </a:defRPr>
            </a:pPr>
            <a:r>
              <a:t>为计划申请英国BA硕士的中国学生打造的战略指南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演讲议程与重要声明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结构预览：学科认知 → 四校深度解析 → 选校框架 → 申请准备 → 时间线 → 风险提示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目标受众：计划申请英国商业分析（Business Analytics）硕士的中国学生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四校聚焦：Imperial、UCL、Warwick、Edinburgh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免责声明：2027 Fall 尚未公布的轮次、截止日期、学费及文书题需以未来官方更新为准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所有标注“Not yet published”的信息均待学校官网确认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商业分析硕士：学科定义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商业分析（Business Analytics）是商业、数据科学、统计学与计算机科学的交叉学科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核心目标：通过数据驱动方法解决商业决策问题，将海量数据转化为可执行的商业洞察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区别于纯数据科学：更强调商业场景落地、决策优化与战略价值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区别于纯商科：要求扎实的量化分析能力与编程实现技能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典型课程模块与技能栈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预测建模（Predictive Modeling）与机器学习（Machine Learning）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运筹优化（Operations Research）与规范分析（Prescriptive Analytics）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数据可视化（Data Visualization）与商业决策模拟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数据库管理与编程：Python、R、SQL为核心工具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帝国理工课程涵盖机器学习与预测分析，并设置企业实战项目（Capstone）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常见毕业去向与就业概览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主要行业：咨询、金融科技（FinTech）、互联网产品/运营分析、零售供应链、风险与定价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典型岗位：数据分析师、商业智能分析师、运营分析师、咨询顾问、风险分析师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UCL就业报告：约90%的毕业生在三个月内就业，主要雇主包括Amazon与Deloitte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留英路径：利用Graduate Route签证寻找Entry-Level分析师岗位；伦敦金融城资源集中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回国路径：互联网大厂战略/商业分析、金融机构风控、外企咨询公司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英国一年制硕士：优势与节奏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时间效率：通常12个月完成学位，快速进入职场，节约时间与机会成本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紧凑结构：9-12月课程密集，1-3月深化项目，5-9月论文/实习/就业冲刺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毕业生签证（Graduate Route）：完成学位后可申请留英2年（博士3年）寻找工作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行业连接：伦敦及各大校区与咨询公司、金融机构、科技企业合作紧密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高强度学习节奏：学期短、评估密，需提前具备扎实的量化与编程基础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为什么选择英国：核心优势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学制优势：一年制硕士显著降低总留学成本与时间投入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签证政策：Graduate Route为留英就业提供缓冲期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地理与行业资源：伦敦作为全球金融中心，聚集咨询、科技与金融科技总部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项目成熟度：帝国、UCL、华威、爱丁堡等项目经过多年迭代，课程与就业支持体系完善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2027 Fall申请定位：网申预计将于2026年9-10月开放，竞争持续激烈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2027 Fall 时间背景与未知信息提示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申请周期预测：2027 Fall入学网申大概率于2026年9-10月开放（参考往年节奏）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轮次概念：多数项目分Round 1/2/3/4，首轮名额充裕、奖学金机会更多；末轮竞争激烈且可能提前满员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尚未公布（Not yet published）：2027 intake的具体开放日期、各轮次截止日期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尚未公布（Not yet published）：2027/2028学年国际生学费标准，预计将于2025年底至2026年陆续更新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尚未公布（Not yet published）：2027 Fall文书题目、推荐信要求细节、语言政策变动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Imperial College London：项目概览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项目名称：MSc Business Analytics，帝国理工商学院（Imperial College Business School）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学制与地点：全日制12个月，伦敦校区（London Campus）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班级规模：约96人，平均工作年限约2年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课程结构：核心模块涵盖机器学习、预测分析、数据可视化、网络分析，并包含Capstone企业实战项目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2027 Fall学费基准：参考2025/2026学年，国际生学费为£47,000/年；2027学费待官方公布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Imperial：课程特色与Capstone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机器学习与数据 analytics：从监督学习到无监督学习的商业应用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预测分析与数据可视化：掌握时间序列、预测模型与交互式仪表盘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网络分析（Network Analytics）：理解社交网络与供应链中的关系数据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Capstone Project：与企业合作解决真实商业问题，产出可直接写入简历的成果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选修方向：可延伸至金融、医疗、咨询等垂直领域的数据应用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Imperial：申请门槛与费用详情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学术要求：英制First或Upper Second Class Honours（2:1）学位，且须为定量学科背景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GMAT/GRE：非强制但强烈建议提交；建议GMAT不低于600或GRE Quantitative不低于159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语言要求：需提供合格雅思/托福成绩；具体豁免政策请参考官网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2025/2026学费：£47,000/年；延长实习路径可能产生额外费用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2027学费状态：Not yet published，预计2025年底至2026年公布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Imperial：差异化优势与申请策略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品牌与排名：帝国理工在全球STEM与商科领域享有极高声誉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地理位置：位于伦敦南肯辛顿，紧邻金融城与科技公司聚集区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就业服务：强校友网络与职业中心支持，定期举办行业招聘活动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2027申请策略：建议赶前两轮提交，以避开后期名额紧缩与签证时间压力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风险提示：班级规模有限（约96人），竞争极为激烈，需突出量化背景与职业目标的匹配度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UCL：项目概览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项目名称：MSc Business Analytics，UCL School of Management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学制与地点：全日制一年，伦敦金丝雀码头校区（Canary Wharf）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课程定位：STEM导向，融合数据分析、机器学习与商业战略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2025/2026学费：£41,000；2027学费待公布（Not yet published）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就业表现：约90%毕业生三个月内就业，主要雇主包括Amazon、Deloitte等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UCL：课程结构与选修方向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核心模块：共六门，涵盖统计方法、数据分析、运筹学、商业编程等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选修模块：两门可选方向，聚焦市场分析或运营分析等领域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结业项目：Dissertation项目，整合所学解决实际商业分析问题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技能预期：入学前需具备Python或R等编程语言熟练度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跨学科资源：可跨选UCL计算机、工程、经济学相关课程（视容量与许可）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UCL：申请门槛与标化政策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学术要求：英制Upper Second Class（2:1）学士学位，要求强定量背景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先修能力：数学或统计学基础扎实，熟练编程语言（Python/R）为隐性期望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GMAT/GRE政策：官方未强制要求，跨专业或量化背景薄弱者可提交增强竞争力；2027最新政策To be verified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语言成绩：雅思/托福必须达标；具体分数与豁免条件请参考UCL官方页面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建议：即使非强制，高分标化仍能在滚动录取中提升竞争力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UCL：差异化优势与适合人群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综合排名：UCL在QS世界大学排名中稳居前列，综合声誉强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地理位置：金丝雀码头校区位于伦敦新金融城，便于对接金融科技与咨询行业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课程融合：管理与技术并重，适合希望兼顾商业领导力与技术分析的申请者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就业网络：与Amazon、Deloitte等顶尖雇主保持密切校园招聘合作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适合人群：本科具备定量基础，职业目标指向金融科技、互联网战略或咨询的申请者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Warwick Business School：项目概览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项目名称：MSc Business Analytics（全日制在校项目），区别于在线项目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学制与地点：一年全日制，华威校区（Warwick Campus），2026/27学年9月入学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课程结构：核心模块涵盖数据管理、预测分析、优化，并提供论文或实践项目双轨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2025/2026学费：£37,450；2027学费Not yet published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申请截止参考：2026/27 intake截止日期为2026年8月31日；2027截止日期待公布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Warwick：课程特色与申请门槛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核心模块：数据管理、预测分析、优化模型、分析实践（Analytics in Practice）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双轨结业：学术毕业论文（Academic Dissertation）或企业咨询项目（Practice-based Consultancy Project）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学术要求：英制2:1本科学位，要求强定量能力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标化考试：要求提交GMAT或GRE；典型GMAT期望分数约650-700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语言要求：若非英语母语，需提供雅思或托福成绩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Warwick：差异化优势与选校提示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运营与战略传统：WBS在供应链、运营分析与战略咨询领域研究深厚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咨询输送管道：毕业生广泛进入咨询行业，项目设计强调商业落地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相对成本优势：学费与生活成本低于伦敦校区项目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申请时间弹性：截止日期相对较晚（参考2026年为8月31日），但仍建议尽早提交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适合人群：希望深耕运营分析、战略咨询，偏好校园沉浸式学习环境者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University of Edinburgh：项目概览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项目名称：MSc Business Analytics，爱丁堡大学商学院（University of Edinburgh Business School）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学制与地点：一年全日制，苏格兰爱丁堡校区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课程结构：核心模块涵盖预测分析、规范分析、数据挖掘，必修毕业论文（Dissertation）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2025/2026学费：£34,800；预估年生活费约£18,504；录取后需缴纳押金£2,500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2027学费与生活费：Not yet published，将随官方更新调整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Edinburgh：申请门槛与标化政策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学术要求：英制2:1荣誉学位，且须为定量学科（quantitative field）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先修课程：要求本科阶段修读过统计学及计算机编程相关课程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Band要求：爱丁堡商学院对中国院校设有Band List，录取标准因院校档次而异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GMAT/GRE：不强制要求，无需提交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语言要求：英语成绩有效期因考试类型而异（多数两年，部分三年半）；英语国家学位可能豁免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Edinburgh：差异化优势与适合人群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研究导向：课程与学院研究强项结合，适合有意继续攻读博士或从事研究型岗位的申请者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苏格兰生态：爱丁堡在金融科技（FinTech）与数据分析领域有本地就业生态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班级规模与师生比：相对适中的班级规模有利于获得教授关注与学术指导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成本优势：学费与生活成本在伦敦之外具备明显性价比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适合人群：本科定量背景扎实、偏好学术氛围、希望控制留学预算或探索苏格兰就业机会者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四校对比矩阵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课程量化强度：Imperial ≈ UCL &gt; Warwick ≈ Edinburgh（均高强度，侧重不同）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地理位置：Imperial / UCL（伦敦金融城资源） vs Warwick（华威校园） vs Edinburgh（苏格兰首府）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学费区间（2025/26参考）：Imperial £47,000 &gt; UCL £41,000 &gt; Warwick £37,450 &gt; Edinburgh £34,800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GMAT/GRE：Warwick（要求）；Imperial（强烈建议）；UCL（不强制，可补充）；Edinburgh（不要求）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就业侧重：Imperial/UCL偏向金融科技与咨询；Warwick强调运营与战略；Edinburgh注重研究方法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选校框架三步法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第一步：职业目标匹配 —— 明确留英/回国、目标行业（金融/咨询/科技/供应链）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第二步：学术背景适配 —— 评估本科定量课程比重、编程熟练度、GPA与Band List位置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第三步：预算与生活方式偏好 —— 权衡伦敦高成本+高资源 vs 非伦敦地区的性价比与沉浸感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Imperial/UCL：优先推荐给职业目标明确指向伦敦金融/科技/咨询且预算充足者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Warwick：推荐给重视运营战略、咨询路径，或需要更灵活申请时间线者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申请准备（一）：学术先修与标化考试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学术先修：补齐统计学、微积分、线性代数；可通过Coursera/edX证书或本校选修课证明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编程能力：掌握Python、R、SQL至少两种，建议有GitHub代码仓库或课程项目佐证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语言考试：雅思总分通常要求7.0（单项不低于6.5）或托福等价；部分情况可豁免（如英语国家学位）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GMAT/GRE策略：Warwick申请者必须备考；Imperial申请者强烈建议提交（目标GMAT 600+/GRE Q159+）；UCL/Edinburgh不强制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时间建议：2026年3-8月完成所有标化考试，为9月网申开放预留刷分与送分时间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申请准备（二）：软性背景与文书材料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实习经历：至少1-2段数据分析、战略咨询、金融科技或互联网商业分析相关实习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项目经历：Kaggle竞赛、课程设计项目、独立数据分析报告，形成可展示的作品集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简历（CV）：严格控制在1页以内，突出量化成果（如‘通过预测模型提升准确率X%’）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文书（PS）：构建清晰的职业目标故事线，具体解释Why School（课程设置、Capstone、地理位置）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推荐信：优先选择能证明你定量能力与商业洞察的教授或实习主管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申请准备（三）：面试与时间线上半段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面试类型：技术问题（统计概念、简单Case分析、编程思路）+ 行为面试（动机、职业规划、团队协作）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技术准备：复习假设检验、回归分析、A/B测试原理；熟悉Python/R在业务场景的应用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行为准备：用STAR法则描述过往项目经历，强调数据驱动的决策过程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2026年3-8月任务清单：选校定位、标化考试出分、先修课收尾、积累实习与项目素材、联系校友了解项目细节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信息核查：定期查看四校官网，订阅招生办邮件，获取2027 Fall最新动态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2027 Fall 完整申请时间线（下半段）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2026年9-10月：网申系统开放（2027 intake），优先赶Round 1提交；准备成绩单、推荐信、文书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2026年11月-2027年3月：接收面试邀请、补交材料、等待录取结果；部分项目可能滚动发放offer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2027年4-7月：接受offer并支付押金（如爱丁堡要求£2,500）、换取CAS、申请学校宿舍或私人住宿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2027年5-8月：办理学生签证（注意IHS医疗附加费与处理时长）、关注英镑汇率安排资金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关键提示：2027 Fall具体截止日期、学费、文书题目均以2025年底至2026年官方更新为准；本时间线为基于历史规律的规划基准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风险提示与应对策略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名额风险：热门项目可能提前满员，强烈建议在前两轮（Round 1/2）完成投递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信息风险：2027申请轮次、学费上涨幅度、语言政策变动尚未公布，需持续追踪官网与招生办邮件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签证与资金：IHS医疗附加费可能调整，签证处理时长存在波动，建议预留至少3个月缓冲期；关注英镑汇率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竞争加剧应对：若GPA或实习存在短板，可通过高标化成绩、额外在线证书、高质量作品集弥补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混申保底：建议搭配1-2所录取概率更高的院校或相近项目（如MSc Data Science/Management）作为安全网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结语与开放问答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核心回顾：理解BA学科本质 → 横向对比Imperial/UCL/Warwick/Edinburgh → 制定个人选校策略 → 严格执行时间线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即刻行动：今天就开始评估自身量化背景缺口，规划夏季实习或先修课程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信息优先级：学校官网 &gt; 直接致信招生办 &gt; 在读学生一手分享 &gt; 第三方平台信息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Q&amp;A：欢迎就个人背景评估、文书策略、面试准备与选校组合提出问题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祝各位申请顺利，2027 Fall收获理想offer！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