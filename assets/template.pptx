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7620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4114800"/>
            <a:ext cx="2286000" cy="2286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演示模板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Microsoft YaHei"/>
              </a:rPr>
              <a:t>PPT Generator — 专业演示文稿自动生成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50292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基于 DeepSeek 大模型 + 设计系统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项目背景与市场分析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了解行业现状与核心驱动因素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3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项目背景与市场分析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核心发现概览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市场规模：2026年全球市场规模达到 450亿美元，年复合增长率 12.3%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技术趋势：AI 原生应用成为主流，大模型驱动的自动化工具增长迅速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竞争格局：头部企业占据 35% 市场份额，中小型创新企业活跃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用户需求：企业客户对一站式解决方案的需求持续上升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数据来源：Gartner 2026 Market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项目背景与市场分析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优势与挑战对比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技术领先：自研模型推理引擎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成本可控：单次生成成本 ¥0.10 以内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快速迭代：3天开发周期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生态兼容：支持多种 LLM 后端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品牌认知度不足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需要持续优化模板美观度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大模型输出稳定性仍需提升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竞品价格战压力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三大核心能力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智能内容规划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基于主题自动生成叙事大纲，保证 25-30 页连贯内容，融合网络搜索核验事实。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专业视觉设计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10 种商务布局，统一设计系统，深蓝+金色配色方案，支持封面、时间线、对比表等。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高效低成本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平均 30 秒生成一页，单页成本 ¥0.02 以内，全自动流程无需人工干预。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实施路线图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从规划到交付的完整路径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项目关键里程碑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48495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2026.Q3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需求分析与技术选型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3642283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2203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2026.Q4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2203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核心管道开发</a:t>
            </a:r>
          </a:p>
        </p:txBody>
      </p:sp>
      <p:sp>
        <p:nvSpPr>
          <p:cNvPr id="14" name="Oval 13"/>
          <p:cNvSpPr/>
          <p:nvPr/>
        </p:nvSpPr>
        <p:spPr>
          <a:xfrm>
            <a:off x="6004407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327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2027.Q1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4327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模板系统重构</a:t>
            </a:r>
          </a:p>
        </p:txBody>
      </p:sp>
      <p:sp>
        <p:nvSpPr>
          <p:cNvPr id="17" name="Oval 16"/>
          <p:cNvSpPr/>
          <p:nvPr/>
        </p:nvSpPr>
        <p:spPr>
          <a:xfrm>
            <a:off x="8366531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451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2027.Q2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451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内部测试与优化</a:t>
            </a:r>
          </a:p>
        </p:txBody>
      </p:sp>
      <p:sp>
        <p:nvSpPr>
          <p:cNvPr id="20" name="Oval 19"/>
          <p:cNvSpPr/>
          <p:nvPr/>
        </p:nvSpPr>
        <p:spPr>
          <a:xfrm>
            <a:off x="10728655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8575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2027.Q3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产品发布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方案对比分析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123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6563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方案A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7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方案B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571" y="2057400"/>
            <a:ext cx="259072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011" y="21031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方案C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开发周期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123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6563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3个月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6个月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571" y="265176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011" y="269748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2个月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单页成本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123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6563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¥0.02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847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7287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¥0.15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571" y="324612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011" y="329184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¥0.08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美观度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123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6563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优秀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5847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7287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良好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571" y="384048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011" y="388620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一般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43484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48056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可维护性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123" y="443484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96563" y="448056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5847" y="443484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7287" y="448056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571" y="4434840"/>
            <a:ext cx="259072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011" y="448056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502920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0749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推荐指数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123" y="502920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96563" y="50749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5847" y="502920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87287" y="50749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571" y="5029200"/>
            <a:ext cx="259072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011" y="5074920"/>
            <a:ext cx="24078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⭐⭐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成本效益分析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57400"/>
            <a:ext cx="50800" cy="35661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28800"/>
            <a:ext cx="2743200" cy="2743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>
                <a:solidFill>
                  <a:srgbClr val="C9A962"/>
                </a:solidFill>
                <a:latin typeface="Microsoft YaHei"/>
              </a:rPr>
              <a:t>¥0.02/slide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平均单页生成成本（含 LLM 调用与图片搜索）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434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以 30 页演示文稿为例，总成本约 ¥0.60，相比人工制作（约 ¥200-500/页）节省 99%+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C9A962"/>
                </a:solidFill>
                <a:latin typeface="Microsoft YaHei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9144000" cy="14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D2D2D"/>
                </a:solidFill>
                <a:latin typeface="Microsoft YaHei"/>
              </a:rPr>
              <a:t>好的演示文稿不是信息的堆砌，而是故事的讲述。每一页都应该推动叙事向前发展。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387089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56996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— PPT Generator 设计团队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716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1"/>
                </a:solidFill>
                <a:latin typeface="Microsoft YaHei"/>
              </a:rPr>
              <a:t>我们坚持'内容为先、视觉为辅'的原则，确保每套 PPT 都有清晰的内在叙事线。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2860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1"/>
                </a:solidFill>
                <a:latin typeface="Microsoft YaHei"/>
              </a:rPr>
              <a:t>期待您的反馈与建议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PPT Generator v2.0 — 让每一份演示都成为精品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